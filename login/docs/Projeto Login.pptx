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A5B0A-435E-3083-D5F2-4EAC942CA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B81794-6EE1-D57F-3BAE-16C6EABE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3F7F06-5DF4-2188-3295-F3350CA5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EB384E-2086-F8CE-0591-816CC780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6F2BE1-D2E9-7BD1-D214-66B655E0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86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1DA6D-7EF6-DA4B-7EEA-AF03E103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4A3104-23C0-6E8D-A1BC-935859FF4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3BF50-09DD-3CDF-E944-CF74DA00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90EA57-D25F-47F1-D814-C5862379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8B4290-3A4F-5FDD-95A9-08C639B3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38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9AC3B-E563-9B50-BC95-0BD47F21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D21BD4-36DD-D7F4-DEE1-75651B0F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64E8AB-2313-A2D5-5878-A60267CE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FE4D1-76AF-0268-6B3F-CF291E4A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EE600A-DBC2-ADB6-B214-A7F91017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26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4B5FE-85E6-4329-0A5C-E31671B3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0906A6-6FAF-159F-852E-8F8FC220B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396E25-FCCF-3564-D666-8F436CE1E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614AB3-E433-B925-97AE-CA2061C7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619E9-4619-9CE2-8BBE-38F3EF95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07C994-2A22-DFBC-3D7A-E4FEFA6F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67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626C3-C115-F3EA-A89B-DE4F54F6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5498BA-A006-8754-99C4-A8B826984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852E90-80AA-8F57-2FE4-D3FB229EC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46F710-D138-E14D-95E6-B3D0F3098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0E7773-46A2-1092-FDF3-DC5C87BE1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C2A46F-20F0-42DA-6AF9-D3965CFF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DC2A7C-2211-17AB-4181-378F8938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B5243A-C9BF-354E-2DF0-8989059A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33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D641B-6687-219A-32F9-D497E7F4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7DA8FA-A9EB-9DF4-32EB-412C6F4D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4F12C6-7B1C-D7B6-B9F8-97CFAF90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7B66D2-714F-A2DA-4C76-A8806865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15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0768615-1ACE-B2A1-02DD-FB62304A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8E801A-F8C7-E645-C28A-6F34EBEF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727550-C2F5-F9BB-E4AE-C9ADEC00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51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66355-AE44-DCCF-83BA-E40098EC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7BF0F0-8EC7-0EBE-DF08-9F809CE18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12EDE6-E1DC-E269-6700-03F18DA51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E20A55-95B9-B293-79A8-653983AA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1B45ED-425C-2F21-C401-4C6D7631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E16230-8151-524E-AA41-ACD327B1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03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FE40-DB93-3ADE-F362-428E393E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E1AE8B-D125-913E-5BDD-0D36C259C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BDBD4C-C185-26E7-38EC-B6C564266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DFAC96-8E4A-0ABC-1132-58874DBD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D0AC54-B9C3-FEFD-3030-027151F2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C25B6E-0859-2434-0B9C-243B274C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13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77845-E97E-26D1-0DEC-393D5B1E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C6BDBF-4FA4-495D-CFAD-E6E0CF67C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690E6C-CEB3-08C0-C98A-529F0F3B0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B6B516-5386-5EC1-3C73-7A80D8F5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2E43A5-AD64-66E1-46C8-72B251F4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340D93-75A4-CF72-EB89-33295F195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B09EDD-511D-DC9D-4492-5961D391C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B53569-94E3-7C41-3A5A-AC8284B3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A1958D-F0C5-3485-6027-C4C3EA3E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8BB03-7ED0-42CA-6434-E7473F41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16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F61140-3BBF-B6ED-5714-858DC5A2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820FE9-2940-238A-7168-C9EBDB2F5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6F9316-8DA2-DA89-1FDF-6EC0375EB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84447-5FE0-4BF3-A01B-06BDE2CF678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05DEDE-B816-EC55-69B8-FF5378ED7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2ADDE6-D5C7-865E-51E6-E904C9C6D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D566B-CCD1-4498-8D71-7C3BD3366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34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8DD6-D775-BC7F-66B0-DFB38B18C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Login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DB36F4-32BF-B359-46F3-B2DFB58833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96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AEE45-273D-425D-DF1B-CC02B589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390BF5-334C-D21D-BD3E-86EEA66F9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B863C2-DE98-F8D3-6B8E-1EA35EEE5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6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CC504-B223-CD3A-C73A-2D48AD04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6A8832-20C6-85BF-9F34-0EDFDF96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335FEB-6FE4-4BA4-5E28-98A6664B2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9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CF8D-F852-F84A-7E71-BEFFAEA9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5A985-4BE1-6371-5D47-EC1EC8D79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94D6E4-54B9-6069-4982-052D77BE5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0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CDEBC-A210-5F7F-07F6-00BC2B2E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2451E-F820-FEE2-F90F-141540112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FF7C00-BB56-CA02-9E5F-195B0B59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70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Projeto Login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</dc:creator>
  <cp:lastModifiedBy>Fabio Claret</cp:lastModifiedBy>
  <cp:revision>2</cp:revision>
  <dcterms:created xsi:type="dcterms:W3CDTF">2026-05-08T17:23:52Z</dcterms:created>
  <dcterms:modified xsi:type="dcterms:W3CDTF">2026-05-08T20:16:47Z</dcterms:modified>
</cp:coreProperties>
</file>